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90" r:id="rId5"/>
    <p:sldId id="295" r:id="rId6"/>
    <p:sldId id="296" r:id="rId7"/>
    <p:sldId id="316" r:id="rId8"/>
    <p:sldId id="326" r:id="rId9"/>
    <p:sldId id="317" r:id="rId10"/>
    <p:sldId id="323" r:id="rId11"/>
    <p:sldId id="318" r:id="rId12"/>
    <p:sldId id="324" r:id="rId13"/>
    <p:sldId id="325" r:id="rId14"/>
    <p:sldId id="302" r:id="rId15"/>
    <p:sldId id="303" r:id="rId16"/>
    <p:sldId id="294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5D00"/>
    <a:srgbClr val="FF6200"/>
    <a:srgbClr val="007ABF"/>
    <a:srgbClr val="00A2FF"/>
    <a:srgbClr val="FF6C00"/>
    <a:srgbClr val="6FFA82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/>
    <p:restoredTop sz="85145"/>
  </p:normalViewPr>
  <p:slideViewPr>
    <p:cSldViewPr snapToGrid="0" snapToObjects="1">
      <p:cViewPr varScale="1">
        <p:scale>
          <a:sx n="47" d="100"/>
          <a:sy n="47" d="100"/>
        </p:scale>
        <p:origin x="1264" y="248"/>
      </p:cViewPr>
      <p:guideLst/>
    </p:cSldViewPr>
  </p:slideViewPr>
  <p:outlineViewPr>
    <p:cViewPr>
      <p:scale>
        <a:sx n="33" d="100"/>
        <a:sy n="33" d="100"/>
      </p:scale>
      <p:origin x="0" y="-4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 拷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7"/>
          <a:stretch>
            <a:fillRect/>
          </a:stretch>
        </p:blipFill>
        <p:spPr>
          <a:xfrm>
            <a:off x="49385" y="1901141"/>
            <a:ext cx="24334615" cy="11764059"/>
          </a:xfrm>
          <a:prstGeom prst="rect">
            <a:avLst/>
          </a:prstGeom>
        </p:spPr>
      </p:pic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770" y="54864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QCon +-2.jpg" descr="QCon +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填写课程标题"/>
          <p:cNvSpPr txBox="1">
            <a:spLocks noGrp="1"/>
          </p:cNvSpPr>
          <p:nvPr>
            <p:ph type="ctrTitle"/>
          </p:nvPr>
        </p:nvSpPr>
        <p:spPr>
          <a:xfrm>
            <a:off x="1778000" y="4236849"/>
            <a:ext cx="20828000" cy="26211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600"/>
            </a:lvl1pPr>
          </a:lstStyle>
          <a:p>
            <a:r>
              <a:rPr lang="en-US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Jenkins </a:t>
            </a:r>
            <a:r>
              <a:rPr lang="zh-CN" altLang="en-US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基础入门</a:t>
            </a:r>
            <a:endParaRPr lang="zh-CN" altLang="en-US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25" name="副标题 / 讲师"/>
          <p:cNvSpPr txBox="1">
            <a:spLocks noGrp="1"/>
          </p:cNvSpPr>
          <p:nvPr>
            <p:ph type="subTitle" sz="quarter" idx="1"/>
          </p:nvPr>
        </p:nvSpPr>
        <p:spPr>
          <a:xfrm>
            <a:off x="1778000" y="7376230"/>
            <a:ext cx="20828000" cy="15875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张实秋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/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Google 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软件工程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师</a:t>
            </a:r>
            <a:endParaRPr lang="zh-CN" altLang="en-US"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525597" y="3890034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虚拟机环境搭建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125868" y="3806502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安装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556596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094299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插件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在此输入一级标题"/>
          <p:cNvSpPr txBox="1"/>
          <p:nvPr/>
        </p:nvSpPr>
        <p:spPr>
          <a:xfrm>
            <a:off x="1593850" y="1116330"/>
            <a:ext cx="798703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Jenkins 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基础入门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安装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556596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基础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12922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插件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3890034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虚拟机环境搭建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960" y="1179195"/>
            <a:ext cx="820293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Jenkins 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基础入门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环境搭建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下载安装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VirtualBox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下载安装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Ubuntu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安装配置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ssh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远程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登录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安装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390480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基础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12922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插件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5560084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虚拟机环境搭建</a:t>
            </a:r>
            <a:endParaRPr lang="en-US" altLang="zh-CN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960" y="1179195"/>
            <a:ext cx="820293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Jenkins 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基础入门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Jenkins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安装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安装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Java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下载安装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启动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服务器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安装</a:t>
            </a:r>
            <a:endParaRPr lang="en-US" altLang="zh-CN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390480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基础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5558533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12922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插件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7300619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虚拟机环境搭建</a:t>
            </a:r>
            <a:endParaRPr lang="en-US" altLang="zh-CN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960" y="1179195"/>
            <a:ext cx="820293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Jenkins 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基础入门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Jenkins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基础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操作界面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启动一个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任务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交互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安装</a:t>
            </a:r>
            <a:endParaRPr lang="en-US" altLang="zh-CN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390480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337" y="9136907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</a:t>
            </a:r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插件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5558533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735630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</a:t>
            </a:r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730624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9077984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en-US" altLang="zh-CN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en-US" altLang="zh-CN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虚拟机环境搭建</a:t>
            </a:r>
            <a:endParaRPr lang="en-US" altLang="zh-CN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960" y="1179195"/>
            <a:ext cx="820293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Jenkins </a:t>
            </a:r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+mn-ea"/>
              </a:rPr>
              <a:t>基础入门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正文标题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正文标题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文本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总结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solidFill>
                  <a:schemeClr val="bg1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课后作业</a:t>
            </a:r>
            <a:endParaRPr lang="zh-CN" altLang="en-US" sz="6600" dirty="0">
              <a:solidFill>
                <a:schemeClr val="bg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24872" y="4883100"/>
            <a:ext cx="12734255" cy="39497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5000" b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Neue" panose="02000503000000020004"/>
              </a:rPr>
              <a:t>THANKS</a:t>
            </a:r>
            <a:endParaRPr kumimoji="0" lang="zh-CN" altLang="en-US" sz="250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Helvetica Neue" panose="02000503000000020004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8548" y="65736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WPS 演示</Application>
  <PresentationFormat>自定义</PresentationFormat>
  <Paragraphs>132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Alibaba PuHuiTi M</vt:lpstr>
      <vt:lpstr>苹方-简</vt:lpstr>
      <vt:lpstr>Alibaba PuHuiTi R</vt:lpstr>
      <vt:lpstr>PingFang SC</vt:lpstr>
      <vt:lpstr>微软雅黑</vt:lpstr>
      <vt:lpstr>微软雅黑</vt:lpstr>
      <vt:lpstr>汉仪旗黑</vt:lpstr>
      <vt:lpstr>宋体</vt:lpstr>
      <vt:lpstr>Arial Unicode MS</vt:lpstr>
      <vt:lpstr>宋体-简</vt:lpstr>
      <vt:lpstr>White</vt:lpstr>
      <vt:lpstr>Jenkins 基础入门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这里是标题～～</dc:title>
  <dc:creator/>
  <cp:lastModifiedBy>shiqiuzhang</cp:lastModifiedBy>
  <cp:revision>78</cp:revision>
  <dcterms:created xsi:type="dcterms:W3CDTF">2022-11-13T23:21:49Z</dcterms:created>
  <dcterms:modified xsi:type="dcterms:W3CDTF">2022-11-13T23:21:49Z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2052-4.7.0.7770</vt:lpwstr>
  </property>
</Properties>
</file>